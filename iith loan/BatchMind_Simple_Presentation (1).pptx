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Batch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Intelligence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5146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energy consumption, quality, and yield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industrial batch processes using machine learning.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352044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— Predictive Modelling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Intelligence Hackathon  ·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plants struggle to manage energy and quality at the same time.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usage varies a lot between batches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856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machine can use very different amounts of energy depending on materials, temperature, and settings. There's no way to predict this upfront.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only look at past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95351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check energy after a batch is done. By then it's too late to fix anything. There's no real-time prediction or early warning.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411480" cy="411480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703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vs. energy is a difficult trade-off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0507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energy sometimes hurts product quality. Getting both right at the same time requires smart AI — not manual trial and error.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an AI system that reads sensor data during manufacturing and predicts key outcomes.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377440" cy="2286000"/>
          </a:xfrm>
          <a:prstGeom prst="rect">
            <a:avLst/>
          </a:prstGeom>
          <a:solidFill>
            <a:srgbClr val="F4F8FF"/>
          </a:solidFill>
          <a:ln w="19050">
            <a:solidFill>
              <a:srgbClr val="1A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pressure,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vibration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minute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07792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377440" cy="2286000"/>
          </a:xfrm>
          <a:prstGeom prst="rect">
            <a:avLst/>
          </a:prstGeom>
          <a:solidFill>
            <a:srgbClr val="F4F8FF"/>
          </a:solidFill>
          <a:ln w="19050">
            <a:solidFill>
              <a:srgbClr val="1A6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ensemble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past batches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88152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377440" cy="2286000"/>
          </a:xfrm>
          <a:prstGeom prst="rect">
            <a:avLst/>
          </a:prstGeom>
          <a:solidFill>
            <a:srgbClr val="F4F8FF"/>
          </a:solidFill>
          <a:ln w="19050">
            <a:solidFill>
              <a:srgbClr val="1A6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24688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Yield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F4F8F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6908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model also analyzes power consumption patterns to detect equipment problems early — before a batch fails.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Predicts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multiple outputs — all predicted before the batch is complete.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840480" cy="41148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Quality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tablets pass quality checks (less waste)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79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Yield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35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usable product comes out of the batch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300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Performance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57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smoothly the machine ran (fewer stops)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384048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Target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Energy Consumption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how much electricity (kWh) a batch will use — so factories can plan and reduce carbon emissions.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3840480" cy="777240"/>
          </a:xfrm>
          <a:prstGeom prst="rect">
            <a:avLst/>
          </a:prstGeom>
          <a:solidFill>
            <a:srgbClr val="F4F8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accuracy: &gt; 90%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using MAE, RMSE, and MAPE.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3840480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patterns also reveal hidden problems: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power spikes = equipment wear or process drift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We're Working With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Summary 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 batches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T001 to T060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 settings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237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temp, compression force, speed, binder amount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80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results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369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Hardness, dissolution rate, content uniformity, friability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6941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row per batch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50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how the batch was run and what came out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26280" y="1005840"/>
            <a:ext cx="36576" cy="384048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Sensor 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1554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 separate sheets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810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batch, recorded every minute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manufacturing phases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5877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→ Granulation → Drying → Milling → Blending → Compression → Coating → Testing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0600" y="3108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sensor channels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64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pressure, humidity, motor speed, power (kW), vibration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3886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200–280 readings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4142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batch — captures the full production timeline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Build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24712"/>
            <a:ext cx="347472" cy="347472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51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 the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35331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outliers, normalize sensor readings. Extract useful features from each manufacturing phase (e.g., average power during drying).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30552"/>
            <a:ext cx="347472" cy="347472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Prediction Models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3591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XGBoost and ensemble methods to predict quality, yield, performance, and energy — all at once from the same input features.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990088"/>
            <a:ext cx="822960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36392"/>
            <a:ext cx="347472" cy="347472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0632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Pattern Analysis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36499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power consumption curves across batches to identify 'normal' vs. 'abnormal' patterns. Flag deviations as early warnings for maintenance.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995928"/>
            <a:ext cx="8229600" cy="1828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42232"/>
            <a:ext cx="347472" cy="347472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0690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API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437083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operator interface shows real-time predictions and alerts. REST API connects to existing factory systems.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73152" cy="77724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multiple things at once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35331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predict one thing. Ours predicts quality, yield, performance, AND energy in a single model run — saving time and giving a complete picture.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075688"/>
            <a:ext cx="73152" cy="77724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756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energy patterns as a diagnostic tool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 curves act like an 'X-ray' of the machine. A sudden spike in the drying phase, for example, can indicate moisture problems before the batch is ruined.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99816"/>
            <a:ext cx="73152" cy="77724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9981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smarter over 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4015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retrains as new batches come in. It adapts to seasonal changes, new materials, and aging equipment without manual updates.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123944"/>
            <a:ext cx="73152" cy="77724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123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 decisions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42569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SHAP values, operators can see exactly why the model made a prediction — e.g., 'high drying temperature contributed 40% to energy increase.' Not a black box.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&amp;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65960" cy="2103120"/>
          </a:xfrm>
          <a:prstGeom prst="rect">
            <a:avLst/>
          </a:prstGeom>
          <a:solidFill>
            <a:srgbClr val="F4F8FF"/>
          </a:solidFill>
          <a:ln w="19050">
            <a:solidFill>
              <a:srgbClr val="1A6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energy, quality,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yield, and performance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65960" cy="2103120"/>
          </a:xfrm>
          <a:prstGeom prst="rect">
            <a:avLst/>
          </a:prstGeom>
          <a:solidFill>
            <a:srgbClr val="F4F8FF"/>
          </a:solidFill>
          <a:ln w="19050">
            <a:solidFill>
              <a:srgbClr val="1A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234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965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3317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batch through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scheduling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65960" cy="2103120"/>
          </a:xfrm>
          <a:prstGeom prst="rect">
            <a:avLst/>
          </a:prstGeom>
          <a:solidFill>
            <a:srgbClr val="F4F8FF"/>
          </a:solidFill>
          <a:ln w="19050">
            <a:solidFill>
              <a:srgbClr val="1A6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34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54880" y="1965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batches fail,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after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097280"/>
            <a:ext cx="1965960" cy="2103120"/>
          </a:xfrm>
          <a:prstGeom prst="rect">
            <a:avLst/>
          </a:prstGeom>
          <a:solidFill>
            <a:srgbClr val="F4F8FF"/>
          </a:solidFill>
          <a:ln w="19050">
            <a:solidFill>
              <a:srgbClr val="1A6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2344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903720" y="19659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Alerts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23317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dashboard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production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solidFill>
            <a:srgbClr val="F4F8F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547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BatchMind AI gives factories a smart, explainable system that predicts batch outcomes in real-time,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energy waste, catches problems early, and improves over time — all from the sensor data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already collecting.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2026-03-02T06:55:29Z</dcterms:created>
  <dcterms:modified xsi:type="dcterms:W3CDTF">2026-03-02T06:55:29Z</dcterms:modified>
</cp:coreProperties>
</file>